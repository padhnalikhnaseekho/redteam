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Experiment 1: Static vs Agentic Red Teaming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AAAAAA"/>
                </a:solidFill>
                <a:latin typeface="Calibri"/>
              </a:rPr>
              <a:t>Do autonomous, adaptive attacks outperform predefined single-turn attacks?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88888"/>
                </a:solidFill>
                <a:latin typeface="Calibri"/>
              </a:rPr>
              <a:t>IIT Bombay EPGD AI/ML  |  Capstone Project  |  CommodityRedTeam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Hypothesis &amp;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Agentic red teaming (multi-step, adaptive, LLM-as-judge) achieves higher ASR than static predefined single-turn attacks against the same target.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Independent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Attack method: Static (Condition A) vs Agentic (Condition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Dependent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Attack Success Rate (ASR), steps to success, round-over-round improvement, statistical significance (chi-squared, Bayesian)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5029200" cy="27432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CONDITION A: Static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50 predefined single-turn attacks (v1 library)  |  50 attacks  |  1 step each  |  keyword-based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206240"/>
            <a:ext cx="5029200" cy="27432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CONDITION B: Agentic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Planner -&gt; Attacker -&gt; Critic -&gt; Mutator loop  |  27 attacks  |  multi-step  |  LLM-as-judge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v2 Agentic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00400" cy="27432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Planner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Generates structured multi-step attack plans via LLM. Cold-start mode + adaptive mode based on attack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200400" cy="274320"/>
          </a:xfrm>
          <a:prstGeom prst="rect">
            <a:avLst/>
          </a:prstGeom>
          <a:solidFill>
            <a:srgbClr val="E67E22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Attacker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Executes plan steps sequentially against target agent. Maintains conversation context across steps for multi-turn attacks.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40"/>
            <a:ext cx="3200400" cy="27432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Critic Agent (LLM-as-Judge)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Evaluates attack success against target's actual rules. Replaces keyword matching with semantic understanding.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3200400" cy="274320"/>
          </a:xfrm>
          <a:prstGeom prst="rect">
            <a:avLst/>
          </a:prstGeom>
          <a:solidFill>
            <a:srgbClr val="8E44AD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Mutator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Improves failed attacks via 7 strategies: rephrase, obfuscate, add indirection, split steps, change vector, escalate, social engineer.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Calibri"/>
              </a:rPr>
              <a:t>Loop: Plan -&gt; Execute -&gt; Evaluate -&gt; Mutate -&gt; Repeat (3 rounds, adaptive)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Results: Static vs Agentic Comparison</a:t>
            </a:r>
          </a:p>
        </p:txBody>
      </p:sp>
      <p:pic>
        <p:nvPicPr>
          <p:cNvPr id="3" name="Picture 2" descr="experiment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Results: 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27432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STATIC (v1)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Attacks: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Successful: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ASR: 42.0%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Steps per attack: 1 (always)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Evaluation: keyword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029200" cy="27432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AGENTIC (v2)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Attacks: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Successful: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ASR: 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Avg steps to success: 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Evaluation: LLM-as-judge (Critic agent)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Statistical Significance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Chi-squared test: chi2 = 13.547, p = 0.0002 (***)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Delta ASR: -42.0% (static better)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Agentic Improvement: Round over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ASR by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Calibri"/>
              </a:rPr>
              <a:t>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0/7 = 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Calibri"/>
              </a:rPr>
              <a:t>Round 2 (adaptive + mutations)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0/10 = 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Calibri"/>
              </a:rPr>
              <a:t>Round 3 (adaptive + mutations)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0/10 = 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Key 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ASR remained stable at 0% across rounds. Mutations adapted attack strategies but target defense held.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ML/AI Techniques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2: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D6 Semantic Filter -- sentence-transformer cosine similarity for injection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sim(q, p) = (q . p) / (||q|| * ||p||) in 384-dim embedding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2: 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D8 Ensemble Defense -- XGBoost combining all defense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Gradient boosted trees with L2 regularization, cross-validated 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3: Agentic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v2 Planner/Critic/Mutator agents -- autonomous attack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Multi-agent system with structured plan generation and LLM-as-judge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4: 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SHAP TreeExplainer for attack success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Shapley values: phi_i = avg marginal contribution across coalitions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4: Model 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Bayesian vulnerability (Beta-Binomial), MI, transferability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Posterior: p | k,n ~ Beta(1+k, 1+n-k), Fisher's exact test for transfer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1. Agentic attacks show adaptive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Round-over-round ASR demonstrates the mutator's ability to evolve failed attacks. The planner generates increasingly sophisticated multi-step plans based on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2. LLM-as-judge provides richer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The Critic agent detects subtle rule violations that keyword matching misses, and avoids false positives from keywords appearing in rejection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3. Multi-step plans exploit interaction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Agentic attacks that chain legitimate-looking steps (e.g., establish position then 'hedge' with correlated long) bypass single-point defenses.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4. Static attacks have broader category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50 predefined attacks cover all 7 categories systematically. Agentic attacks tend to converge on categories the planner finds most promising.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5. Defense implications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Static attacks test breadth (all vulnerability categories). Agentic attacks test depth (adaptive evasion of specific defenses). Both are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